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1215822"/>
                <a:gridCol w="1021825"/>
                <a:gridCol w="944130"/>
                <a:gridCol w="685800"/>
                <a:gridCol w="1332466"/>
              </a:tblGrid>
              <a:tr h="391879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Disease status (primary outcome)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Disease status (primary outcome)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Smoking status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Yes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PR (95% CI)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Never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179 (54.1%)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65 (38.5%)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1.00 (Ref)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Former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107 (32.3%)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 (30.2%)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1.21 (0.89 - 1.65)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Current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 (13.6%)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53 (31.4%)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2.03 (1.54 - 2.68)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4184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5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Pearson's Chi-squared test: p-value &lt; 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Pearson's Chi-squared test: p-value &lt; 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Pearson's Chi-squared test: p-value &lt; 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Pearson's Chi-squared test: p-value &lt; 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Pearson's Chi-squared test: p-value &lt; 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2026-02-07T14:49:35Z</dcterms:modified>
  <cp:category/>
</cp:coreProperties>
</file>