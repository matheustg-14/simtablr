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ontent Placeholder 2"/>
          <p:cNvGraphicFramePr>
            <a:graphicFrameLocks noGrp="true"/>
          </p:cNvGraphicFramePr>
          <p:nvPr/>
        </p:nvGraphicFramePr>
        <p:xfrm rot="0">
          <a:off x="457200" y="1600200"/>
          <a:ext cx="8229600" cy="4525963"/>
        </p:xfrm>
        <a:graphic>
          <a:graphicData uri="http://schemas.openxmlformats.org/drawingml/2006/table">
            <a:tbl>
              <a:tblPr/>
              <a:tblGrid>
                <a:gridCol w="1215822"/>
                <a:gridCol w="1021825"/>
                <a:gridCol w="944130"/>
                <a:gridCol w="685800"/>
                <a:gridCol w="1332466"/>
              </a:tblGrid>
              <a:tr h="391879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>
                        <a:solidFill>
                          <a:srgbClr val="000000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Disease status (primary outcome)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Disease status (primary outcome)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>
                        <a:solidFill>
                          <a:srgbClr val="000000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>
                        <a:solidFill>
                          <a:srgbClr val="000000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1879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Smoking status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No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Yes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Sum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PR (95% CI)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187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Never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179 (54.1%)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65 (38.5%)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244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1.00 (Ref)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187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Former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107 (32.3%)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51 (30.2%)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158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1.21 (0.89 - 1.65)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187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Current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45 (13.6%)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53 (31.4%)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98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2.03 (1.54 - 2.68)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4184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Sum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331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169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500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>
                        <a:solidFill>
                          <a:srgbClr val="000000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gridSpan="5"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Pearson's Chi-squared test: p-value &lt; 0.001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Pearson's Chi-squared test: p-value &lt; 0.001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Pearson's Chi-squared test: p-value &lt; 0.001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Pearson's Chi-squared test: p-value &lt; 0.001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Pearson's Chi-squared test: p-value &lt; 0.001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2026-02-07T14:09:08Z</dcterms:modified>
  <cp:category/>
</cp:coreProperties>
</file>